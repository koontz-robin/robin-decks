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Discovery Call Show Rates by Prospect Timezone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 calls | 2025 | Timezone-adjusted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SDR BOOKING CHEAT SHEET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371600"/>
                <a:gridCol w="82296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at (ET)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12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12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AM ET (13%)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 – 12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11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PM ET (46%)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 – 1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AM – 11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PM ET (28%)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D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PM / 4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10-11 AM / 1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PM ET (25%)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RULES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ET (9-12 PM)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Book Eastern &amp; Central prospects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0050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Afternoon (1-2 PM ET)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Book Mountain &amp; Pacific prospects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0682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Afternoon (4 PM ET)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Pacific's best slot (82% show rate!)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60857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rule: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9-10 AM in the prospect's local 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OVERALL BY TIMEZONE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0" y="1426464"/>
            <a:ext cx="2048256" cy="201168"/>
          </a:xfrm>
          <a:prstGeom prst="rect">
            <a:avLst>
              <a:gd name="adj" fmla="val 13636"/>
            </a:avLst>
          </a:prstGeom>
          <a:solidFill>
            <a:srgbClr val="4CC94C"/>
          </a:solidFill>
          <a:ln/>
        </p:spPr>
      </p:sp>
      <p:sp>
        <p:nvSpPr>
          <p:cNvPr id="15" name="Text 12"/>
          <p:cNvSpPr/>
          <p:nvPr/>
        </p:nvSpPr>
        <p:spPr>
          <a:xfrm>
            <a:off x="10186416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(203)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17556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1810512"/>
            <a:ext cx="2011680" cy="201168"/>
          </a:xfrm>
          <a:prstGeom prst="rect">
            <a:avLst>
              <a:gd name="adj" fmla="val 13636"/>
            </a:avLst>
          </a:prstGeom>
          <a:solidFill>
            <a:srgbClr val="4CC94C"/>
          </a:solidFill>
          <a:ln/>
        </p:spPr>
      </p:sp>
      <p:sp>
        <p:nvSpPr>
          <p:cNvPr id="18" name="Text 15"/>
          <p:cNvSpPr/>
          <p:nvPr/>
        </p:nvSpPr>
        <p:spPr>
          <a:xfrm>
            <a:off x="10149840" y="1755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(121)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2139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46720" y="2194560"/>
            <a:ext cx="1938528" cy="201168"/>
          </a:xfrm>
          <a:prstGeom prst="rect">
            <a:avLst>
              <a:gd name="adj" fmla="val 13636"/>
            </a:avLst>
          </a:prstGeom>
          <a:solidFill>
            <a:srgbClr val="FFD93D"/>
          </a:solidFill>
          <a:ln/>
        </p:spPr>
      </p:sp>
      <p:sp>
        <p:nvSpPr>
          <p:cNvPr id="21" name="Text 18"/>
          <p:cNvSpPr/>
          <p:nvPr/>
        </p:nvSpPr>
        <p:spPr>
          <a:xfrm>
            <a:off x="10076688" y="2139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(77)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25237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46720" y="2578608"/>
            <a:ext cx="1828800" cy="201168"/>
          </a:xfrm>
          <a:prstGeom prst="rect">
            <a:avLst>
              <a:gd name="adj" fmla="val 13636"/>
            </a:avLst>
          </a:prstGeom>
          <a:solidFill>
            <a:srgbClr val="FFD93D"/>
          </a:solidFill>
          <a:ln/>
        </p:spPr>
      </p:sp>
      <p:sp>
        <p:nvSpPr>
          <p:cNvPr id="24" name="Text 21"/>
          <p:cNvSpPr/>
          <p:nvPr/>
        </p:nvSpPr>
        <p:spPr>
          <a:xfrm>
            <a:off x="996696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(384)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83680" y="2907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046720" y="2962656"/>
            <a:ext cx="1389888" cy="201168"/>
          </a:xfrm>
          <a:prstGeom prst="rect">
            <a:avLst>
              <a:gd name="adj" fmla="val 13636"/>
            </a:avLst>
          </a:prstGeom>
          <a:solidFill>
            <a:srgbClr val="FF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9528048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(13)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DANGER ZONES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0" y="3840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AM ET → Eastern (13% show rate)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66560" y="41148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PM ET → Mountain (27% — their lunch)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766560" y="43891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PM ET → Pacific (25% — too late)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66560" y="4663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 ET → Pacific (40% — their 9 AM)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5212080"/>
            <a:ext cx="11612880" cy="822960"/>
          </a:xfrm>
          <a:prstGeom prst="rect">
            <a:avLst>
              <a:gd name="adj" fmla="val 11111"/>
            </a:avLst>
          </a:prstGeom>
          <a:solidFill>
            <a:srgbClr val="152438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show up at the highest rate when meetings are booked for </a:t>
            </a:r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 AM their local time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Eastern prospects are your lowest show rate (50%) — prioritize optimal morning slots. Mountain prospects are your hidden gem at </a:t>
            </a:r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show rate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right window.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 Sales Analytics | Robin 🦸🏻‍♂️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2026-02-24T20:50:36Z</dcterms:created>
  <dcterms:modified xsi:type="dcterms:W3CDTF">2026-02-24T20:50:36Z</dcterms:modified>
</cp:coreProperties>
</file>