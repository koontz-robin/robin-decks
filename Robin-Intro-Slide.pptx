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  <p:sldId id="82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Built for the Rev.io sales team — automating intelligence, research, and execution so reps spend more time selling.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11457432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75104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6888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3405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PIPELINE &amp; FORECASTING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forecast dashboard — live SF data, scenarios, marketing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forecast emails to Evan &amp; Brent every Monday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Per-product Q1 tracking vs quota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SALES ACTIVITY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activity scorecard — calls, emails, meetings, opps sourced (Tue–Fri)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AE capacity dashboard — prospect meetings MTD vs projected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Weekly call blitz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06577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PROSPECTING &amp;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26694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Daily MSP prospector — 5 net-new accounts every morning not in SF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550468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Rev.io mention monitor — daily web scan, alerts on noteworthy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4243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Morning briefings Mon–Fri — schedule + weather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3054096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COACHING &amp;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3347" y="3255264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Discovery call grading — BEACON framework, 6 categories, 100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3347" y="3493008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Closed loss analysis — Feb vs March trends + coaching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3347" y="3730752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Loss reason deep dives — no-show, missing capabilities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8483" y="4059935"/>
            <a:ext cx="55001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RESEARCH &amp; CONTENT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3347" y="4261103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Competitive battle card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3347" y="4498847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MSP PSA requirements deck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3347" y="4736591"/>
            <a:ext cx="54086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· Custom decks and analysis on demand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Robin's Tool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8AA8C8"/>
                </a:solidFill>
              </a:rPr>
              <a:t>Integrated with best-in-class tools to automate the full sales workflow end-to-end.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1457432" cy="566928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5720" cy="56692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1615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INTEGRATIONS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074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connects into Rev.io's existing tool stack — using AI to turn raw data and workflows into automated action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65376"/>
            <a:ext cx="45720" cy="48097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75104"/>
            <a:ext cx="35112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📓  Notion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432304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C3AED"/>
                </a:solidFill>
              </a:rPr>
              <a:t>AI Knowledge &amp; Workflow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724912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Personalization · Transcription · Follow-up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94436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03580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MSP EMAIL PERSONALIZATION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25526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Researches each prospect and writes personalized outreach automatically — no manual prep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0448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MEETING NOTE-TAKING &amp; TRANSCRIPTION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12394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Captures full meeting notes, key takeaways, and action items from every prospect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77316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POST-MEETING FOLLOW-UP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99262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Generates tailored follow-up emails and action item summaries immediately after each call.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65376"/>
            <a:ext cx="45720" cy="4809744"/>
          </a:xfrm>
          <a:prstGeom prst="rect">
            <a:avLst/>
          </a:prstGeom>
          <a:solidFill>
            <a:srgbClr val="F57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975104"/>
            <a:ext cx="35112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🏗️  Clay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432304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57C2A"/>
                </a:solidFill>
              </a:rPr>
              <a:t>Custom AI for Data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724912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Enrichment · CRM hygiene · Verification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94436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03580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INDUSTRY FIELD VERIFICATION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325526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Built a custom AI agent to verify and correct the industry field on Salesforce accounts at scale.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0448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11K INCORRECTLY TAGGED ACCOUNTS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412394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Identified 11,000+ accounts incorrectly marked as MSPs — cleaning the CRM foundation for better targeting and scoring.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3296" y="1865376"/>
            <a:ext cx="3739896" cy="480974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1865376"/>
            <a:ext cx="45720" cy="4809744"/>
          </a:xfrm>
          <a:prstGeom prst="rect">
            <a:avLst/>
          </a:prstGeom>
          <a:solidFill>
            <a:srgbClr val="0D9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975104"/>
            <a:ext cx="351129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📧  Outreach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2432304"/>
            <a:ext cx="3511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D9E8A"/>
                </a:solidFill>
              </a:rPr>
              <a:t>Revenue Agent — Automated Sequencing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2724912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AA8C8"/>
                </a:solidFill>
              </a:rPr>
              <a:t>MSP Team · Persona-based · Always-on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47888" y="2944368"/>
            <a:ext cx="346557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303580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DEDICATED REVENUE AGENTS PER PERSONA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25526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MSP team has dedicated agents that automatically add contacts into specific sequences daily — based on persona, industry, and time since last engagement.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3904488"/>
            <a:ext cx="35112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• ELIMINATED MANUAL SEQUENCE MANAGEMENT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123944"/>
            <a:ext cx="34472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AA8C8"/>
                </a:solidFill>
              </a:rPr>
              <a:t>Removed the daily decision-making and time spent manually adding prospects to sequences. Reps focus on selling, not admin.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