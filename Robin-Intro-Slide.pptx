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  <p:sldId id="83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Meet Our AI Sales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AA8C8"/>
                </a:solidFill>
              </a:rPr>
              <a:t>Two AI agents — Robin and Marvin — running 24/7 to drive pipeline, automate intelligence, and scale execution for Rev.io's sales growth.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4864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4864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SHARED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Both agents are focused on two things: accelerating revenue by giving the sales and channel teams better intelligence and tools — and improving efficiency by automating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45720" cy="48280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Weekly forecast emails to Evan &amp; Brent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57530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67912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activity scorecard — calls, emails, meetings, opps sourced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Morning briefings Mon–Fri — schedule + weather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98017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17220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battle card dashboard  ·  MSP PSA requirements deck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9165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7628" y="1847088"/>
            <a:ext cx="5655564" cy="48280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7628" y="1847088"/>
            <a:ext cx="45720" cy="4828032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32220" y="1938528"/>
            <a:ext cx="54269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🤖  Marvin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2220" y="2395728"/>
            <a:ext cx="54269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E7B7"/>
                </a:solidFill>
              </a:rPr>
              <a:t>AI Channel &amp; Community Intelligence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2220" y="2651760"/>
            <a:ext cx="54269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8C8"/>
                </a:solidFill>
              </a:rPr>
              <a:t>Built for Usman Zahoor  ·  VP Channel &amp; Community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2220" y="2871216"/>
            <a:ext cx="538124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2220" y="294436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INTELLIGENCE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5372" y="3136391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Daily Channel &amp; MSP market brief — CRN, Channel Futures, Reddit r/MSP, industry newswires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5372" y="335584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Monitors Rev.io email, Gmail, and Teams — flags actionable messages, filters noise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2220" y="3648456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DATA &amp; RESEARCH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5372" y="3840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Salesforce — partner data, pipeline context, account info on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5372" y="4059936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Connected to Notion — Channel &amp; Community workspace, KPI trackers, event calendars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5372" y="427939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Web research on demand — competitive intel, partner backgrounds, market trends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2220" y="4572000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PUBLISHING &amp; DASHBOARDS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5372" y="4764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Builds and maintains the Channel KPI dashboard (live SF data, auto-refreshing)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5372" y="4983480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Publishes internal guides and reports to hosted web pipeline instantly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2220" y="5276088"/>
            <a:ext cx="53812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6EE7B7"/>
                </a:solidFill>
              </a:rPr>
              <a:t>AUTOMATION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5372" y="5468112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PSA Partner Sync — seeding Rev.io PSA with partner data from Salesforce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5372" y="5687568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Event Intelligence — monitoring 30+ 2026 industry events for opportunities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5372" y="5907024"/>
            <a:ext cx="53080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FFFFFF"/>
                </a:solidFill>
              </a:rPr>
              <a:t>· Competitive Monitor — tracking competitors across news, jobs, product updates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01168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84048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07822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608576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846320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y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463040" cy="4023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89120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840480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AA8C8"/>
                </a:solidFill>
              </a:rPr>
              <a:t>   ↳ Result: Found 11,000+ accounts incorrectly marked as MSPs — cleaning the CRM foundation for better targeting and scoring.</a:t>
            </a:r>
          </a:p>
        </p:txBody>
      </p:sp>
      <p:pic>
        <p:nvPicPr>
          <p:cNvPr id="29" name="Picture 28" descr="clay-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407408"/>
            <a:ext cx="3410712" cy="185646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outreach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2011680"/>
            <a:ext cx="1645920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47888" y="2523744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779776"/>
            <a:ext cx="35112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2980944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3072384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310128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agents automatically add contacts into specific sequences daily — based on persona, industry, and time since last engagement.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3840480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078224"/>
            <a:ext cx="34472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daily decision-making and time spent manually adding prospects to sequences. Reps focus on selling, not admin.</a:t>
            </a:r>
          </a:p>
        </p:txBody>
      </p:sp>
      <p:pic>
        <p:nvPicPr>
          <p:cNvPr id="40" name="Picture 39" descr="outreach-screensh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4700016"/>
            <a:ext cx="3410712" cy="1856463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Data Intelligence — Built by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Live dashboards powered by Salesforce — built, automated, and maintained by AI.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11457432" cy="45720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45720" cy="45720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97864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ALWAYS ON  ·  ALWAYS CURRENT  ·  ZERO MANUAL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Every dashboard below pulls live from Salesforce — rebuilt and pushed automatically. No spreadsheets. No manual refresh. No stale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190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D4"/>
                </a:solidFill>
              </a:rPr>
              <a:t>March 2026 Forecast</a:t>
            </a:r>
          </a:p>
        </p:txBody>
      </p:sp>
      <p:pic>
        <p:nvPicPr>
          <p:cNvPr id="9" name="Picture 8" descr="ss-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975104"/>
            <a:ext cx="557784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171907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7171"/>
                </a:solidFill>
              </a:rPr>
              <a:t>Closed Loss Analysis</a:t>
            </a:r>
          </a:p>
        </p:txBody>
      </p:sp>
      <p:pic>
        <p:nvPicPr>
          <p:cNvPr id="11" name="Picture 10" descr="ss-closed-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975104"/>
            <a:ext cx="557784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4416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DC570"/>
                </a:solidFill>
              </a:rPr>
              <a:t>AE Capacity — Prospect Meetings</a:t>
            </a:r>
          </a:p>
        </p:txBody>
      </p:sp>
      <p:pic>
        <p:nvPicPr>
          <p:cNvPr id="13" name="Picture 12" descr="ss-ae-capac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4672584"/>
            <a:ext cx="5577840" cy="2331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53912" y="4416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MSP PSA Requirements</a:t>
            </a:r>
          </a:p>
        </p:txBody>
      </p:sp>
      <p:pic>
        <p:nvPicPr>
          <p:cNvPr id="15" name="Picture 14" descr="ss-msp-ps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4672584"/>
            <a:ext cx="5577840" cy="23317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