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11457432" cy="7132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5720" cy="7132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is focused on two things: accelerating revenue by giving the sales team better intelligence and tools — and improving efficiency by automating the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39696"/>
            <a:ext cx="11457432" cy="426110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39696"/>
            <a:ext cx="45720" cy="426110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677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99815"/>
            <a:ext cx="6400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01568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51129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TRACKING SALES TEAM ACTIVITY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10565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RUNNING WEEKLY CALL BLITZES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001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RESEARCHING NEW PROSPECTS NOT IN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9437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BUILT COMPETITOR BATTLECARD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1129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AUTOMATED WEEKLY FORECAST DECKS FOR ELT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0565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DISCOVERY NO-SHOW TREND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0001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SOFTWARE MISSING CAPABILITIES DEEP DIVE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29437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MORNING BRIEFINGS &amp; PIPELINE INTELLIGENCE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11457432" cy="7132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5720" cy="7132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is focused on two things: accelerating revenue by giving the sales team better intelligence and tools — and improving efficiency by automating the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39696"/>
            <a:ext cx="11457432" cy="426110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39696"/>
            <a:ext cx="45720" cy="426110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677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99815"/>
            <a:ext cx="6400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01568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51129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TRACKING SALES TEAM ACTIVITY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10565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RUNNING WEEKLY CALL BLITZES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001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RESEARCHING NEW PROSPECTS NOT IN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9437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BUILT COMPETITOR BATTLECARD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1129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AUTOMATED WEEKLY FORECAST DECKS FOR ELT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0565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DISCOVERY NO-SHOW TREND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0001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SOFTWARE MISSING CAPABILITIES DEEP DIVE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29437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MORNING BRIEFINGS &amp; PIPELINE INTELLIGENCE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8C8"/>
                </a:solidFill>
              </a:rPr>
              <a:t>Integrated with best-in-class tools to automate sales workflows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11457432" cy="6583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5720" cy="65836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84831"/>
            <a:ext cx="5623560" cy="43159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084831"/>
            <a:ext cx="45720" cy="43159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📓  Notion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724911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C3AED"/>
                </a:solidFill>
              </a:rPr>
              <a:t>AI-Powered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175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Prospect research · Meeting intelligence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0128"/>
            <a:ext cx="522122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38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941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Researches each prospect and writes personalized outreach automatically — no manual prep.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525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6085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2669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55229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084831"/>
            <a:ext cx="5623560" cy="43159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084831"/>
            <a:ext cx="45720" cy="4315968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2128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🏗️  Clay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24911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7C2A"/>
                </a:solidFill>
              </a:rPr>
              <a:t>Custom AI Agent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0175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Prospect enrichment · CRM data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310128"/>
            <a:ext cx="522122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4381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CUSTOM AGENT: PROSPECT INDUSTRY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712463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Built a custom AI agent to verify and correct the industry field on prospect accounts in Salesforce.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4398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FOUND 11K INCORRECTLY TAGGED ACCOUNTS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4718303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Identified 11,000+ accounts incorrectly marked as MSPs in the CRM — cleaning the foundation for better targeting.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8C8"/>
                </a:solidFill>
              </a:rPr>
              <a:t>Integrated with best-in-class tools to automate sales workflows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11457432" cy="6583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5720" cy="65836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84831"/>
            <a:ext cx="5623560" cy="43159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084831"/>
            <a:ext cx="45720" cy="43159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📓  Notion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724911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C3AED"/>
                </a:solidFill>
              </a:rPr>
              <a:t>AI-Powered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175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Prospect research · Meeting intelligence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0128"/>
            <a:ext cx="522122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381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941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Researches each prospect and writes personalized outreach automatically — no manual prep.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525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6085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266944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552297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084831"/>
            <a:ext cx="5623560" cy="431596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084831"/>
            <a:ext cx="45720" cy="4315968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21284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🏗️  Clay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24911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57C2A"/>
                </a:solidFill>
              </a:rPr>
              <a:t>Custom AI Agent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0175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Prospect enrichment · CRM data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310128"/>
            <a:ext cx="5221224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43814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CUSTOM AGENT: PROSPECT INDUSTRY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712463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Built a custom AI agent to verify and correct the industry field on prospect accounts in Salesforce.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4398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FOUND 11K INCORRECTLY TAGGED ACCOUNTS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4718303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A8C8"/>
                </a:solidFill>
              </a:rPr>
              <a:t>Identified 11,000+ accounts incorrectly marked as MSPs in the CRM — cleaning the foundation for better targeting.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