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601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11457432" cy="658368"/>
          </a:xfrm>
          <a:prstGeom prst="rect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45720" cy="65836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5389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5506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Forecasting · Pipeline intelligence · Call grading · MSP prospecting · Competitive analysis · Briefings · Deck building — and getting smarter every week.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12848"/>
            <a:ext cx="11457432" cy="4114800"/>
          </a:xfrm>
          <a:prstGeom prst="rect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212848"/>
            <a:ext cx="45720" cy="411480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A8C8"/>
                </a:solidFill>
              </a:rPr>
              <a:t>Built for Ryan Koontz · SVP of Sales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9300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FORECAST DASHBOARD (LIVE SF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0448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WEEKLY PIPELINE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15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DISCOVERY CALL GRADING (BEACON)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274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CLOSED LOSS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49300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MSP PROSPECTING (DAILY)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904487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MORNING BRIEFINGS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159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COMPETITIVE BATTLE CARDS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72744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MARKET &amp; PRODUCT RESEARCH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693408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693408"/>
            <a:ext cx="1554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