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8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/>
    <p:restoredTop sz="72857"/>
  </p:normalViewPr>
  <p:slideViewPr>
    <p:cSldViewPr snapToGrid="0">
      <p:cViewPr varScale="1">
        <p:scale>
          <a:sx n="91" d="100"/>
          <a:sy n="91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C880D-BAB9-814B-91C1-A2E6619901B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E4E2D-A077-D444-A84D-EE88C5B87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ECD4-BB87-DB1F-F089-CAB61A77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6C12D-58BC-98E9-57E9-4762C20F3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70D7-BB01-E516-3A67-13A4B74B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3376-EE68-4C3E-8E9C-249801E5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30D8-C414-E89D-12E4-95C21C29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9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55F3-964D-453F-D398-6BB3C13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4CF0-41A3-9429-6D8B-D5096480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83B-AA11-5EFA-1B5E-CE14AE4F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09D1-A084-F2E8-FAD6-FDD1B927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F40A-1596-5849-8CDE-F9D06B56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A975-9567-7874-9641-AA05E375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DF9D9-28EC-885B-4C42-25AB24EE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A476-71C5-A400-CA09-C92275C6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E3D2-1E86-2D44-2B93-FF7DC78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8954-05E4-7483-72BB-3216C8FA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2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55E3-C1F7-F2F5-E1C4-E5442BF9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BF0F-C0E6-7363-A8BD-4418BA850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0EBA4-C9BB-5FAE-CAC4-11065DF6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F989-47BC-7F78-5A2E-80CEEEEB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573D-8446-8C6F-57FA-84CE31A7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9DE16-E329-4BCE-B984-DC1E1552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E80-07EC-525B-30CC-16B8947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40E5B-0665-25AD-4113-C89B4783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797EB-F218-E9FA-A691-F899468D0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F63C4-68B8-2847-D3A2-478F4EEB2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581B0-92C2-EBE8-ED27-8CCFDA355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7F20D-50AB-8042-9952-DFAA73D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9A033-FB4E-6EFD-71B7-5A64BB61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6AE81-01FC-9EA5-ED2D-1634ACEE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F069-3A03-8A7A-8D6F-07C5376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B3B1E-165B-FA83-CFBB-4C2966D5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76F09-64EE-817E-922F-2AC83ED5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368B8-EF67-AF95-621A-718995B5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8681-6E72-D0EC-9310-D49D6524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B4794-3947-FEF2-7657-56C5ACC1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D97C-5DE4-F099-DCD4-D49650F0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3490-39A9-4DB3-FE0E-CDB41B2D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EB8-0627-0A05-BCD3-E42F254F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E230-3501-32DC-0C78-2A005F649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7B73-392B-C9FF-5DB1-A47B0D13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760A-682B-FA90-D7F1-3A22E4F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F447-DF94-13B7-68F9-75779C28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7294-4A9F-E74F-CCAD-68EF3183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9BC70-FA5A-61CD-D7A7-1AFA5E37D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923EE-914B-2423-CCDB-EA1FE059B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0D481-3DF3-00C2-489C-60E5E053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681AA-2AF3-9B77-75BF-E84BF24A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3FC0-B706-D9AF-FA93-EF3010FC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16DA-2100-B38F-F92E-45455891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C260A-7741-A73F-1895-72F8335CC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548CA-20EA-0342-CF50-91472903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DB71-D7B2-3C1D-8354-B4F9DB39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51A4-2D1F-BADF-8242-2DBF3BEC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DD517-3D31-45BC-F44E-0F8B5D855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1B08E-8F83-F8A9-4B36-B83DEFAD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14EE-B2E8-DD6E-D7C3-B46AAE35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A0471-7023-1435-FC78-E979BCEE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1669E-2604-66DC-A78A-3F0FF260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8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y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2BA0AF1D-C0DE-5590-1785-9F54B42D184F}"/>
              </a:ext>
            </a:extLst>
          </p:cNvPr>
          <p:cNvGrpSpPr/>
          <p:nvPr userDrawn="1"/>
        </p:nvGrpSpPr>
        <p:grpSpPr>
          <a:xfrm>
            <a:off x="0" y="13063"/>
            <a:ext cx="12192000" cy="6870337"/>
            <a:chOff x="0" y="-85725"/>
            <a:chExt cx="5380340" cy="2994575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7DABFEFC-6282-E727-1040-25E6B6134E9F}"/>
                </a:ext>
              </a:extLst>
            </p:cNvPr>
            <p:cNvSpPr/>
            <p:nvPr/>
          </p:nvSpPr>
          <p:spPr>
            <a:xfrm>
              <a:off x="0" y="0"/>
              <a:ext cx="5380340" cy="2908850"/>
            </a:xfrm>
            <a:custGeom>
              <a:avLst/>
              <a:gdLst/>
              <a:ahLst/>
              <a:cxnLst/>
              <a:rect l="l" t="t" r="r" b="b"/>
              <a:pathLst>
                <a:path w="5380340" h="2908850">
                  <a:moveTo>
                    <a:pt x="0" y="0"/>
                  </a:moveTo>
                  <a:lnTo>
                    <a:pt x="5380340" y="0"/>
                  </a:lnTo>
                  <a:lnTo>
                    <a:pt x="5380340" y="2908850"/>
                  </a:lnTo>
                  <a:lnTo>
                    <a:pt x="0" y="290885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E6E7E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72FF90E-D89E-162D-5CAF-BB26A3827305}"/>
                </a:ext>
              </a:extLst>
            </p:cNvPr>
            <p:cNvSpPr txBox="1"/>
            <p:nvPr/>
          </p:nvSpPr>
          <p:spPr>
            <a:xfrm>
              <a:off x="0" y="-85725"/>
              <a:ext cx="5380340" cy="299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9" name="Freeform 6">
            <a:extLst>
              <a:ext uri="{FF2B5EF4-FFF2-40B4-BE49-F238E27FC236}">
                <a16:creationId xmlns:a16="http://schemas.microsoft.com/office/drawing/2014/main" id="{D44016A5-568E-9D32-EE4D-BE2C31A246AA}"/>
              </a:ext>
            </a:extLst>
          </p:cNvPr>
          <p:cNvSpPr/>
          <p:nvPr userDrawn="1"/>
        </p:nvSpPr>
        <p:spPr>
          <a:xfrm>
            <a:off x="10464800" y="177800"/>
            <a:ext cx="1402883" cy="360887"/>
          </a:xfrm>
          <a:custGeom>
            <a:avLst/>
            <a:gdLst/>
            <a:ahLst/>
            <a:cxnLst/>
            <a:rect l="l" t="t" r="r" b="b"/>
            <a:pathLst>
              <a:path w="2104324" h="541330">
                <a:moveTo>
                  <a:pt x="0" y="0"/>
                </a:moveTo>
                <a:lnTo>
                  <a:pt x="2104324" y="0"/>
                </a:lnTo>
                <a:lnTo>
                  <a:pt x="2104324" y="541330"/>
                </a:lnTo>
                <a:lnTo>
                  <a:pt x="0" y="54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C04C38A-CE8B-C5EE-2358-9C652E2E0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787400"/>
            <a:ext cx="11125200" cy="660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4000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D81BE22A-A3A6-73C4-C939-ECD9A149B22E}"/>
              </a:ext>
            </a:extLst>
          </p:cNvPr>
          <p:cNvSpPr/>
          <p:nvPr userDrawn="1"/>
        </p:nvSpPr>
        <p:spPr>
          <a:xfrm>
            <a:off x="7047434" y="1498600"/>
            <a:ext cx="5144566" cy="5524312"/>
          </a:xfrm>
          <a:custGeom>
            <a:avLst/>
            <a:gdLst/>
            <a:ahLst/>
            <a:cxnLst/>
            <a:rect l="l" t="t" r="r" b="b"/>
            <a:pathLst>
              <a:path w="7716849" h="8286468">
                <a:moveTo>
                  <a:pt x="0" y="0"/>
                </a:moveTo>
                <a:lnTo>
                  <a:pt x="7716849" y="0"/>
                </a:lnTo>
                <a:lnTo>
                  <a:pt x="7716849" y="8286467"/>
                </a:lnTo>
                <a:lnTo>
                  <a:pt x="0" y="828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7" b="-307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EE1804C-71B5-90AB-0F84-C08AAA531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800" y="2108200"/>
            <a:ext cx="11125200" cy="4216400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1pPr>
            <a:lvl2pPr marL="533427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2pPr>
            <a:lvl3pPr marL="80014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3pPr>
            <a:lvl4pPr marL="1104955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4pPr>
            <a:lvl5pPr marL="140977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80A0606-51B9-0BBB-2834-70693AB2A1D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8800" y="1549400"/>
            <a:ext cx="111252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33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101057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96E27-802F-5341-58E0-E29D36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65B73-875F-CEB0-62F1-DB1AD098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ABAF-2175-59BB-2A89-86759B328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BB37-1AF9-D815-C41D-2A3EBD1B5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B6820-E104-1F83-D98B-31AE263FF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85800" y="3448050"/>
            <a:ext cx="5560377" cy="0"/>
          </a:xfrm>
          <a:prstGeom prst="line">
            <a:avLst/>
          </a:prstGeom>
          <a:ln w="57150" cap="rnd">
            <a:gradFill>
              <a:gsLst>
                <a:gs pos="0">
                  <a:srgbClr val="1667CC">
                    <a:alpha val="100000"/>
                  </a:srgbClr>
                </a:gs>
                <a:gs pos="100000">
                  <a:srgbClr val="3DC570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5800" y="1603623"/>
            <a:ext cx="4975062" cy="1537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350" b="1" dirty="0">
                <a:solidFill>
                  <a:srgbClr val="FFFFFF"/>
                </a:solidFill>
                <a:latin typeface="Montserrat Bold"/>
                <a:sym typeface="Montserrat Bold"/>
              </a:rPr>
              <a:t>Sales </a:t>
            </a:r>
            <a:br>
              <a:rPr lang="en-US" sz="4350" b="1" dirty="0">
                <a:latin typeface="Montserrat Bold"/>
              </a:rPr>
            </a:br>
            <a:r>
              <a:rPr lang="en-US" sz="3600" b="1" dirty="0">
                <a:solidFill>
                  <a:srgbClr val="FFFFFF"/>
                </a:solidFill>
                <a:latin typeface="Montserrat Bold"/>
                <a:sym typeface="Montserrat Bold"/>
              </a:rPr>
              <a:t>Primus Update</a:t>
            </a:r>
            <a:endParaRPr lang="en-US" sz="36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755262"/>
            <a:ext cx="5410200" cy="287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1.26.26</a:t>
            </a:r>
          </a:p>
        </p:txBody>
      </p:sp>
      <p:sp>
        <p:nvSpPr>
          <p:cNvPr id="9" name="Freeform 93">
            <a:extLst>
              <a:ext uri="{FF2B5EF4-FFF2-40B4-BE49-F238E27FC236}">
                <a16:creationId xmlns:a16="http://schemas.microsoft.com/office/drawing/2014/main" id="{5CD82284-60FD-3FA7-2488-2D1D3581D7D7}"/>
              </a:ext>
            </a:extLst>
          </p:cNvPr>
          <p:cNvSpPr/>
          <p:nvPr/>
        </p:nvSpPr>
        <p:spPr>
          <a:xfrm>
            <a:off x="10312439" y="6176179"/>
            <a:ext cx="1547547" cy="388627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7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548C-A52F-4422-99BB-66D5C688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DD2B-DCB3-6765-DC8D-17DC3D99C1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C5147-5205-AA7D-70EA-CCE388E6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726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Meet Robin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5895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8"/>
                </a:solidFill>
              </a:rPr>
              <a:t>Rev.io's AI Sales Assistant — running 24/7 to power the sales team.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78992"/>
            <a:ext cx="11640312" cy="512064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45720" cy="512064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06424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DC570"/>
                </a:solidFill>
              </a:rPr>
              <a:t>WHAT ROBIN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27101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Built for the Rev.io sales team — automating intelligence, research, and execution so reps spend more time selling.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82496"/>
            <a:ext cx="6492240" cy="4992624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82496"/>
            <a:ext cx="45720" cy="4992624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73936"/>
            <a:ext cx="6263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🦸🏻‍♂️  Robin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49424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D4"/>
                </a:solidFill>
              </a:rPr>
              <a:t>AI Sales Assistant &amp; Intelligence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05456"/>
            <a:ext cx="6263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A8C8"/>
                </a:solidFill>
              </a:rPr>
              <a:t>Built for Ryan Koontz  ·  SVP of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24912"/>
            <a:ext cx="6217920" cy="182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77977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PIPELINE &amp;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9809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Daily forecast dashboard — live SF data, scenarios, marketing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2095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Weekly forecast emails to Evan &amp; Brent every Monday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34381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Per-product Q1 tracking vs quota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7764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SALES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3977639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Daily activity scorecard — calls, emails, meetings, opps sourced (Tue–Fri)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4206240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AE capacity dashboard — prospect meetings MTD vs projected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4434840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Weekly call blitz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773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PROSPECTING &amp;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974336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Daily MSP prospector — 5 net-new accounts every morning not in SF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5202936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Rev.io mention monitor — daily web scan, pings Ryan if noteworthy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5431536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Morning briefings Mon–Fri — schedule + weather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77977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COACHING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29809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Discovery call grading — BEACON framework, 6 categories, 100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32095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Closed loss analysis — Feb vs March trends + coaching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3438144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Loss reason deep dives — no-show, missing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7764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RESEARCH &amp;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3977639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Competitive battle card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4206240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MSP PSA requirements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1024" y="4434840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· Custom decks and analysis on demand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85431" y="1682496"/>
            <a:ext cx="2423160" cy="4992624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5431" y="1682496"/>
            <a:ext cx="45720" cy="4992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1773936"/>
            <a:ext cx="2240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📓  Notion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194560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</a:rPr>
              <a:t>Knowledge &amp; Workflow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2487168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A8C8"/>
                </a:solidFill>
              </a:rPr>
              <a:t>Personalization · Transcription · Follow-up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2592" y="2706624"/>
            <a:ext cx="2194560" cy="182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2779776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• MSP EMAIL PERSONALIZATION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2990088"/>
            <a:ext cx="2167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Researches each prospect and writes personalized outreach automatically.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3438144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• MEETING TRANSCRIPTION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599" y="3648456"/>
            <a:ext cx="2167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Captures full notes, takeaways, and action items from every prospect call.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2592" y="4096511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• POST-MEETING FOLLOW-UPS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599" y="4306824"/>
            <a:ext cx="2167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Generates tailored follow-up emails right after each call.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27464" y="1682496"/>
            <a:ext cx="2423160" cy="4992624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27464" y="1682496"/>
            <a:ext cx="45720" cy="499262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64624" y="1773936"/>
            <a:ext cx="2240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🏗️  Clay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194560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7C2A"/>
                </a:solidFill>
              </a:rPr>
              <a:t>Custom AI for Data 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2487168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A8C8"/>
                </a:solidFill>
              </a:rPr>
              <a:t>Enrichment · CRM hygiene · Verification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4624" y="2706624"/>
            <a:ext cx="2194560" cy="182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64624" y="2779776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• INDUSTRY FIELD 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8632" y="2990088"/>
            <a:ext cx="2167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Built a custom AI agent to verify and correct the industry field on SF accounts at scale.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3584448"/>
            <a:ext cx="2221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• 11K BAD ACCOUNTS FOUND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28632" y="3794760"/>
            <a:ext cx="2167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Identified 11,000+ accounts incorrectly marked as MSPs — cleaning the CRM for better targeting.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7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69340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• rev.io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693408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BUILT FOR TOMORROW.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6693408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3DC570"/>
                </a:solidFill>
              </a:rPr>
              <a:t>READY FOR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6322</TotalTime>
  <Words>5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Brandon Grotesque Medium</vt:lpstr>
      <vt:lpstr>Montserrat</vt:lpstr>
      <vt:lpstr>Montserrat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Koontz</dc:creator>
  <cp:lastModifiedBy>Ryan Koontz</cp:lastModifiedBy>
  <cp:revision>13</cp:revision>
  <dcterms:created xsi:type="dcterms:W3CDTF">2025-11-17T01:40:24Z</dcterms:created>
  <dcterms:modified xsi:type="dcterms:W3CDTF">2026-03-19T16:40:10Z</dcterms:modified>
</cp:coreProperties>
</file>