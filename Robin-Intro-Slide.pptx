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Built for the Rev.io sales team — automating intelligence, research, and execution so reps spend more time selling.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11457432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75104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688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340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1105509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054096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55264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93008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Weekly forecast emails to Evan &amp; Brent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30752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5993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26110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activity scorecard — calls, emails, meetings, opps sourced (Tue–Fri)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49884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73659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Weekly call blitz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06577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26694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50468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Rev.io mention monitor — daily web scan, alerts on noteworthy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4243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Morning briefings Mon–Fri — schedule + weather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3054096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3347" y="3255264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3347" y="3493008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3347" y="3730752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Loss reason deep dives — no-show, missing capabilities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8483" y="405993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3347" y="426110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Competitive battle card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3347" y="449884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MSP PSA requirements deck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3347" y="473659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93392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5568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89534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133087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6344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01183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993392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74336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389534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A8C8"/>
                </a:solidFill>
              </a:rPr>
              <a:t>   ↳ Result: Found 11,000+ accounts incorrectly marked as MSPs — cleaning the CRM foundation for better targeting and scoring.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utrea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1993392"/>
            <a:ext cx="475488" cy="47548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3103" y="1993392"/>
            <a:ext cx="28072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Outreach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257860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2834640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47888" y="303580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7888" y="312724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364991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agents automatically add contacts into specific sequences daily — based on persona, industry, and time since last engagement.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389534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133087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daily decision-making and time spent manually adding prospects to sequences. Reps focus on selling, not admin.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