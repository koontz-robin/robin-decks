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  <p:sldId id="82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Meet Our AI Sales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04672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AA8C8"/>
                </a:solidFill>
              </a:rPr>
              <a:t>Two AI agents — Robin and Marvin — running 24/7 to drive pipeline, automate intelligence, and scale execution for Rev.io's sales growth.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4864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48640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SHARED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Both agents are focused on two things: accelerating revenue by giving the sales and channel teams better intelligence and tools — and improving efficiency by automating work that shouldn't require a human.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47088"/>
            <a:ext cx="5655564" cy="48280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45720" cy="4828032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38528"/>
            <a:ext cx="54269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95728"/>
            <a:ext cx="54269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51760"/>
            <a:ext cx="54269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871216"/>
            <a:ext cx="538124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94436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PIPELINE &amp;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136391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forecast dashboard — live SF data, scenarios, marketing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35584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Weekly forecast emails to Evan &amp; Brent every 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57530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Per-product Q1 tracking vs quota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67912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SALES 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05993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activity scorecard — calls, emails, meetings, opps sourced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27939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AE capacity dashboard — prospect meetings MTD vs projected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572000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PROSPECTING &amp;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4764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MSP prospector — 5 net-new accounts every morning not in 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983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Morning briefings Mon–Fri — schedule + weather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527608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COACHING &amp;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546811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Discovery call grading — BEACON framework, 6 categories, 100 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568756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Closed loss analysis — Feb vs March trends + coaching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980176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RESEARCH &amp;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17220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Competitive battle card dashboard  ·  MSP PSA requirements deck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39165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Custom decks and analysis on demand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7628" y="1847088"/>
            <a:ext cx="5655564" cy="48280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7628" y="1847088"/>
            <a:ext cx="45720" cy="4828032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32220" y="1938528"/>
            <a:ext cx="54269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🤖  Marvin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2220" y="2395728"/>
            <a:ext cx="54269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E7B7"/>
                </a:solidFill>
              </a:rPr>
              <a:t>AI Channel &amp; Community Intelligence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2651760"/>
            <a:ext cx="54269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Usman Zahoor  ·  VP Channel &amp; Community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2220" y="2871216"/>
            <a:ext cx="538124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2220" y="294436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INTELLIGENCE &amp;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5372" y="3136391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Channel &amp; MSP market brief — CRN, Channel Futures, Reddit r/MSP, industry newswires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5372" y="335584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Monitors Rev.io email, Gmail, and Teams — flags actionable messages, filters noise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2220" y="3648456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DATA &amp; RESEARCH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5372" y="3840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Connected to Salesforce — partner data, pipeline context, account info on demand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5372" y="405993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Connected to Notion — Channel &amp; Community workspace, KPI trackers, event calendars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5372" y="427939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Web research on demand — competitive intel, partner backgrounds, market trends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2220" y="4572000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PUBLISHING &amp; DASHBOARDS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5372" y="4764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Builds and maintains the Channel KPI dashboard (live SF data, auto-refreshing)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5372" y="4983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Publishes internal guides and reports to hosted web pipeline instantly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2220" y="527608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AUTOMATION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5372" y="546811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PSA Partner Sync — seeding Rev.io PSA with partner data from Salesforce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5372" y="568756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Event Intelligence — monitoring 30+ 2026 industry events for opportunities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5372" y="5907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Competitive Monitor — tracking competitors across news, jobs, product updates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Integrated with best-in-class tools to automate the full sales workflow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93392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5568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C3AED"/>
                </a:solidFill>
              </a:rPr>
              <a:t>AI Knowledge &amp; Workflow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Personalization · Transcription · Follow-up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Researches each prospect and writes personalized outreach automatically — no manual prep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89534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133087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66344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01183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865376"/>
            <a:ext cx="45720" cy="4809744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1993392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74336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7C2A"/>
                </a:solidFill>
              </a:rPr>
              <a:t>Custom AI for Data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Enrichment · CRM hygiene · 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INDUSTRY FIELD VERIFICATION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Built a custom AI agent to verify and correct the industry field on Salesforce accounts at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389534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A8C8"/>
                </a:solidFill>
              </a:rPr>
              <a:t>   ↳ Result: Found 11,000+ accounts incorrectly marked as MSPs — cleaning the CRM foundation for better targeting and scoring.</a:t>
            </a:r>
          </a:p>
        </p:txBody>
      </p:sp>
      <p:pic>
        <p:nvPicPr>
          <p:cNvPr id="31" name="Picture 30" descr="clay-screensh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462271"/>
            <a:ext cx="3410712" cy="1856463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8083296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1865376"/>
            <a:ext cx="45720" cy="4809744"/>
          </a:xfrm>
          <a:prstGeom prst="rect">
            <a:avLst/>
          </a:prstGeom>
          <a:solidFill>
            <a:srgbClr val="0D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outrea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1993392"/>
            <a:ext cx="475488" cy="4754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33103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Outreach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D9E8A"/>
                </a:solidFill>
              </a:rPr>
              <a:t>Revenue Agent — Automated Sequencing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MSP Team · Persona-based · Always-on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47888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DEDICATED REVENUE AGENTS PER PERSONA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MSP team agents automatically add contacts into specific sequences daily — based on persona, industry, and time since last engagement.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9534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ELIMINATED MANUAL SEQUENCE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133087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Removed daily decision-making and time spent manually adding prospects to sequences. Reps focus on selling, not admin.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