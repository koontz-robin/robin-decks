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Leadership Playbook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High-Impact Focus Areas for New SDR Leaders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893 discovery calls &amp; 2025 pipeline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4CC9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Quality &gt; Activity Volume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37744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Current show rate: 52% (industry warm benchmark: 70-80%)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10% show rate improvement = ~$2.5K more MRR/year per SDR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metrics to track: Show Rate, Demo Conversion, MRR per Meeting Held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Qualify harder upfront — fewer, better meetings win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0" y="20574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243B5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0" y="2103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144000" y="2697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(Target: 70%+)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4CC94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3520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the First 90 Seconds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97280" y="388620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call reviews: 2-3 per rep minimum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Audit: opener, qualifying questions, AE handoff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 with prospect pain, not product features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Discovery → Demo conversion: 40% (room to grow)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0" y="356616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243B5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3611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144000" y="4206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Discovery→Demo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166360"/>
            <a:ext cx="457200" cy="457200"/>
          </a:xfrm>
          <a:prstGeom prst="ellipse">
            <a:avLst/>
          </a:prstGeom>
          <a:solidFill>
            <a:srgbClr val="4CC94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5029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Block Optimization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97280" y="539496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Sweet spot: Tue–Thu, 10AM–1PM ET (~63% show rate)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single slot: Thursday 12PM (85% show rate)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Dead zones: Friday afternoons (18%), Monday mornings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 by prospect TZ: ET/CT mornings, MT/PT afternoons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0" y="50749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243B55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5120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144000" y="5715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12PM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Math: 6 SDRs × $67.6K = $405.6K cost → $24.8K MRR closed (0.74x ROI). The fix is conversion rate, not volume.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Booking Cheat Sheet by Prospect Timezone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book discovery calls (all times in ET)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515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18288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TZ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ET Slots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Local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AM – 12 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AM – 12 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60-69%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AM ET (13%)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AM – 12 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AM – 11 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56-63%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PM ET (lunch)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AM – 1 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AM – 11 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71-89%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PM ET (27%)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Pacific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PM &amp; 4 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AM &amp; 1 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62-82%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PM ET (25%)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A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Rules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42062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Universal sweet spot: 9-10 AM in prospect's local time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Mountain is a hidden gem — 70%+ in the right windows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Thursday is king across all timezones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Never book Friday after 2 PM ET (18% show rate)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Never book Monday 8 AM ET for Eastern prospects (0%)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589520" y="3931920"/>
            <a:ext cx="4114800" cy="2103120"/>
          </a:xfrm>
          <a:prstGeom prst="roundRect">
            <a:avLst>
              <a:gd name="adj" fmla="val 6522"/>
            </a:avLst>
          </a:prstGeom>
          <a:solidFill>
            <a:srgbClr val="243B55"/>
          </a:solidFill>
          <a:ln/>
        </p:spPr>
      </p:sp>
      <p:sp>
        <p:nvSpPr>
          <p:cNvPr id="8" name="Text 5"/>
          <p:cNvSpPr/>
          <p:nvPr/>
        </p:nvSpPr>
        <p:spPr>
          <a:xfrm>
            <a:off x="758952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0" y="44805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booking windows alone could lift show rates from 52% → 63%+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~100 more meetings held per year with zero additional prospecting effort.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SDR Unit Economics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Full-Year Funnel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243B5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64592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0" y="146304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243B55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449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4320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Set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560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64592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029200" y="146304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243B55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~234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02920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Held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560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show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164592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315200" y="146304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243B5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31520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0" y="2560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set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35440" y="164592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601200" y="146304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243B55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960120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0" y="2560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of demos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474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Per SDR Per Month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38404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opps → ~13 discoveries → ~5 demos → 1 close = $500 MRR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SDR: $67.6K/year ($5.6K/month)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Breakeven: 11.2 closes/year per SDR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3474720"/>
            <a:ext cx="5029200" cy="1645920"/>
          </a:xfrm>
          <a:prstGeom prst="roundRect">
            <a:avLst>
              <a:gd name="adj" fmla="val 8333"/>
            </a:avLst>
          </a:prstGeom>
          <a:solidFill>
            <a:srgbClr val="243B5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566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ROI: 0.74x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83680" y="40233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$405.6K invested → $298.2K MRR value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1.5x: Improve show rate to 65% + demo conversion to 50%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~$600K MRR value on same spend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lever is conversion efficiency, not headcount. Coach the reps you have before adding more.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2026-02-25T01:22:48Z</dcterms:created>
  <dcterms:modified xsi:type="dcterms:W3CDTF">2026-02-25T01:22:48Z</dcterms:modified>
</cp:coreProperties>
</file>