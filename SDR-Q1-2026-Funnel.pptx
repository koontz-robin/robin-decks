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SDR Performance — Q1 2026 (Ramped Reps)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Funnel snapshot: sourced pipeline, meetings, demos, and closed MRR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63B3ED"/>
                </a:solidFill>
              </a:rPr>
              <a:t>rev.io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4688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24688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38BDF8"/>
                </a:solidFill>
              </a:rPr>
              <a:t>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Opps Sourced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07791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Ramped SDRs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286000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75569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1280160"/>
            <a:ext cx="24688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280160"/>
            <a:ext cx="2468880" cy="7315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2" y="15544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63B3ED"/>
                </a:solidFill>
              </a:rPr>
              <a:t>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2514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Discoveries Held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907791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72% conversion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2286000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75569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9904" y="1280160"/>
            <a:ext cx="24688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9904" y="1280160"/>
            <a:ext cx="246888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9904" y="15544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A78BFA"/>
                </a:solidFill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4" y="2514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Demos 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904" y="2907791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43% of discoveries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504" y="2286000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75569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6256" y="1280160"/>
            <a:ext cx="24688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06256" y="1280160"/>
            <a:ext cx="246888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06256" y="15544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34D399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6" y="2514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Closed Won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6" y="2907791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$3,450 MRR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160520"/>
            <a:ext cx="1145743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389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💡 Conversion Health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736592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Opp → Discovery: 72% (strong)
Discovery → Demo: 43% (on track)
Demo → Close: 28% (above 20% benchmark)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9664" y="4389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📈 Unit Economics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9664" y="4736592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$3,450 MRR on 5 closes
$690 avg MRR/deal
On pace for ~$10K+ MRR/quarter at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4389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🎯 Bottom 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4736592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Ramped SDRs are converting. Focus:
Raise opp volume &amp; protect show rates
to unlock full pipeline potential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